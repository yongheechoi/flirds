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Malgun Gothic"/>
              </a:rPr>
              <a:t>Flirds — 연합학습 클라이언트 기여도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17508C"/>
                </a:solidFill>
                <a:latin typeface="Malgun Gothic"/>
              </a:rPr>
              <a:t>실험 결과 보고 (이미지 · 언어모델)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Malgun Gothic"/>
              </a:rPr>
              <a:t>방법: 검증손실의 1차+2차 테일러 전개로 클라이언트 Shapley 추정 (라운드당 HVP 1회)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Malgun Gothic"/>
              </a:rPr>
              <a:t>client-level FL Shapley via 1st+2nd-order Taylor of validation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12848"/>
            <a:ext cx="3840480" cy="2794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88888"/>
                </a:solidFill>
                <a:latin typeface="Malgun Gothic"/>
              </a:rPr>
              <a:t>2026-06-19 · 수치는 모두 ⓑ실측(세팅 병기) · 미실행분은 ⓒ로 표기 · 표 수치 부호 +는 생략(음수만 −)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실험 개요 — 세 트랙, 모두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09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2092"/>
                <a:gridCol w="2809827"/>
                <a:gridCol w="2472647"/>
                <a:gridCol w="561965"/>
                <a:gridCol w="561965"/>
                <a:gridCol w="3034613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트랙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도메인 / 모델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연합 셋업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셀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seed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핵심 산출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Image (CNN)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N=10 (fidelity) · N=100 (intervention)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fidelity (retrain+in-run oracle) · 개입 8arm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robustness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 1B · 3B (LoRA)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N=5 cross-silo · N=100 cross-device(α)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1–3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4 threat × fidelity·탐지·개입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standard (clean·IID)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OpenFedLLM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N=20 standard · N=5 reference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 fidelity·성능·수렴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핵심 질문 위계 (모든 표·서술 순서에 적용):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1차 — 기여도를 얼마나 정확히 측정하는가 (오라클 대비 fidelity: Spearman·Kendall·값-거리)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2차 — 측정한 기여도의 실효성: ① 일반 성능 → ② 수렴 속도 → ③ 오염 클라 탐지 (이 순서)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비교 대상 11종 + 탐지기 4종 / 듀얼 오라클: retrain oracle(부분집합 재학습→검증손실), in-run oracle(학습궤적 exact 2ᴺ 분해).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Malgun Gothic"/>
              </a:rPr>
              <a:t>명세·지표 범례는 각 결과 페이지의 표 옆/아래에 병기 (별도 명세 페이지 없음).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공통 규약: SGD momentum=0 · 시드별 seed_everything · 모든 셀 config+meta(git/env)+phi+metrics 영속화. 실패 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비교 방법 · 오라클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비교 방법 11종과 오라클 정의 (공용)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446520" cy="3931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90700"/>
                <a:gridCol w="1074420"/>
                <a:gridCol w="2238375"/>
                <a:gridCol w="1343025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핵심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라운드당 비용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 (제안)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검증손실 1차+2차 테일러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HVP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Flirds-1st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1차항만 (곡률 제외)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heuristic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클라별 손실차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fwd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GTG / 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Shapley(MC)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truncated/permutation MC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exact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Shapley(변형)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uniform-util / 부분합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influence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검증그래디언트 정렬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2nd-order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고유분해 기반 (이미지만)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eigsh (수십분)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탐지기 4종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detector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FLDetector·STD-DAGMM·FLTrust·FedDQC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모델-free/grad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481328"/>
            <a:ext cx="4480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오라클 (정답 기여도)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in-run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학습 궤적을 라운드별 exact Shapley로 분해 (2ᴺ).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추정량이 재현해야 할 게임. N=5에서 2⁵.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retrain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부분집합 S를 FedAvg 재학습 → 배포모델 검증손실.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'배포 가치' 게임. 이미지 N=10에서 2¹⁰=1024 재학습.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핵심: Flirds는 in-run oracle 게임의 추정량.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retrain oracle와의 일치 여부는 'in-run 게임 = 재학습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게임'인지를 묻는 별개 질문 (이미지 fidelity 페이지·한계 참조).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출처: codes/core·oracle·baselines. 모든 valuation은 동일 logs=[(w_r, {client:(Δ,n_c)})] 위에서 계산 (모델·검증셋 비접근). · 내부코드 in-run oracle=(b)·retrain oracle=(a)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in-run oracle 대비 기여도 순위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812277" cy="4041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16608"/>
                <a:gridCol w="817473"/>
                <a:gridCol w="817473"/>
                <a:gridCol w="817473"/>
                <a:gridCol w="817473"/>
                <a:gridCol w="817473"/>
                <a:gridCol w="90830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 (CIFAR / MNIST)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0.21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CIFAR 평균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0.45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0.33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0.13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MNIST 평균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0.35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417320"/>
            <a:ext cx="41605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MNIST+LeNet5 / CIFAR-10+CNN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N=10 full · R=10 · epochs=5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SGD mom=0 lr0.01 b64 · val=2000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시나리오 5종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in-run oracle = 궤적 exact 2¹⁰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Spearman ρ ↑  순위상관(오라클 φ 대비)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euclid_d ↓  값-크기 오차 (아래 수치)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2차항 효과 — euclid_d (label_flip)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555555"/>
                </a:solidFill>
                <a:latin typeface="Malgun Gothic"/>
              </a:rPr>
              <a:t>  CIFAR 0.031 vs 1차 0.046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555555"/>
                </a:solidFill>
                <a:latin typeface="Malgun Gothic"/>
              </a:rPr>
              <a:t>  MNIST 0.207 vs 1차 0.370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→ 값 오차 1차 대비 ~25–50% ↓ (전 시나리오)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순위는 Flirds·Banzhaf·loss-heur 우수;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MC기반 GTG/FedSV는 noisy → Flirds 우위 = 비용.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표 = Spearman ρ ↑(3-seed). 평균 = 시나리오 단순평균(iid·feature_noise는 in-run oracle 신호 약함). 출처: runs/track_c/c1/*. 내부코드 fidelity=C1.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retrain oracle 대비, 그리고 in-run과의 괴리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040877" cy="4041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01152"/>
                <a:gridCol w="1086847"/>
                <a:gridCol w="1134101"/>
                <a:gridCol w="945084"/>
                <a:gridCol w="992338"/>
                <a:gridCol w="1181355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Flirds in-run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Flirds retrain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1st retrain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GTG retrain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loss-h retrain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-0.13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CIFAR 평균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0.98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0.26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0.29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0.34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0.36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0.19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-0.28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-0.22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MNIST 평균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0.44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0.38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Malgun Gothic"/>
                        </a:rPr>
                        <a:t>0.51</a:t>
                      </a:r>
                    </a:p>
                  </a:txBody>
                  <a:tcPr marL="63500" marR="63500" marT="19050" marB="19050" anchor="ctr"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17320"/>
            <a:ext cx="3977639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fidelity 셋업 동일 (N=10 · R=10)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retrain oracle: 부분집합 S FedAvg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재학습 → 배포모델 검증손실 (2¹⁰)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efficiency-gap ≤ 1e-15 (전 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Spearman ρ ↑ (오라클 종류만 다름)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in-run = 궤적 분해 · retrain = 재학습 가치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핵심 — 게임 정의 차이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Flirds는 in-run oracle 거의 완벽 재현;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label_skew서 두 오라클이 갈림: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7508C"/>
                </a:solidFill>
                <a:latin typeface="Malgun Gothic"/>
              </a:rPr>
              <a:t>  CIFAR in-run 0.98 → retrain −0.18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7508C"/>
                </a:solidFill>
                <a:latin typeface="Malgun Gothic"/>
              </a:rPr>
              <a:t>  MNIST in-run 0.71 → retrain −0.29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추정오차 아님 — 모든 in-run 공유 한계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(희귀라벨 클라: 라운드 한계기여 낮아도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최종 재학습 모델엔 필수).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표 = Spearman ρ ↑. retrain 열 = rho_a_mean(3-seed). reference(N=5, LLM standard)는 retrain oracle와 1.000 일치 → 괴리는 이질성 구동. 내부코드 retrain oracle=(a).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2차 ① 성능 ③ 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개입 결과 (CIFAR-10, dir1)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7498076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33430"/>
                <a:gridCol w="1307804"/>
                <a:gridCol w="1307804"/>
                <a:gridCol w="1307804"/>
                <a:gridCol w="1307804"/>
                <a:gridCol w="113343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clean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grad_noise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label_flip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free_rider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위협평균 acc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0.638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0.245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0.515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0.587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0.449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0.642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0.433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0.585 (0.93)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0.597 (0.39)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0.634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0.313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0.559 (0.91)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0.589 (0.48)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0.487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0.635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0.550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0.568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0.560 (0.00)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0.638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0.527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0.567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0.611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481328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CIFAR-10/FMNIST + CNN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N=100, C=0.1(10/round) · R=120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epochs=5 lr0.01 · target acc=0.6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partition×threat · 개입 arm 8종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표 = CIFAR-10·dir1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값 = test acc 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( ) = 탐지 AUROC ↑ (오염 분리도)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clean = 위협 無 → (–)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위협평균 = 오염 3종 acc 평균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clean: 전 arm ≈ vanilla (무해 확인).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grad_noise: shapleyfl0.550·fedif0.527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&gt; flirds_mult0.433 (모두&gt;vanilla0.245).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label_flip: flirds_mult0.585 최고.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free_rider: fedif AUROC0.996 vs flirds0.385.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robust+무해하나 정확도 최고는 아님;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soft(mult) &gt; hard(select).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free-rider(zero-delta) AUROC가 N=100 CNN서 0.33–0.48로 낮음 — LLM(1.0)과 상충, 미해결(한계 참조). 출처: runs/track_c/RESULTS.txt. 내부코드 intervention=C2.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CROSS-SILO (N=5,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탐지 · 기여도 · 런타임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863836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55834"/>
                <a:gridCol w="813500"/>
                <a:gridCol w="813500"/>
                <a:gridCol w="813500"/>
                <a:gridCol w="813500"/>
                <a:gridCol w="768306"/>
                <a:gridCol w="858695"/>
                <a:gridCol w="858695"/>
                <a:gridCol w="768306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평균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ρ 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ρ 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106s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538s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0.37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164s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0.875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136s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36s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Malgun Gothic"/>
                        </a:rPr>
                        <a:t>22s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417320"/>
            <a:ext cx="32004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Llama-3.2-1B(+3B) LoRA · N=5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 도메인/클라 · R=10 · val=100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SGD mom=0 lr1e-3 (poison 2e-3)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fp32 · eager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in-run oracle = 궤적 exact 2⁵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위협: noisy(품질)/fr(zero,random)/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      poison(백도어 스케일교체)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· ρ ↑(vs in-run oracle) · 런타임 ↓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평균 = 4위협 AUROC 단순평균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noisy·fr: 전 valuation 1.000, AUROC 1.0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(N=5 near-additive 동률); 우위=비용.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poison ASR≈1.0: 1차 0.000 완전회피 →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2차 0.917 회복(불안정); FedSV ρ 0.37.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poison Flirds(2차)는 run간 비결정(동일 config·seed서 0.42↔0.92). loss-heur·전 탐지기 1.0. 평균은 4위협 단순평균(참고용). 출처: RESULTS.md. 내부코드 cross-silo=silo5.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CROSS-DEVICE (N=100,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α-sweep 탐지 AUROC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noisy 탐지 AUROC ↑  (α-sweep)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82496"/>
          <a:ext cx="5989318" cy="25968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50974"/>
                <a:gridCol w="765552"/>
                <a:gridCol w="765552"/>
                <a:gridCol w="765552"/>
                <a:gridCol w="765552"/>
                <a:gridCol w="765552"/>
                <a:gridCol w="810584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α=5.0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0.774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0.631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0.482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0.532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0.523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0.432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0.396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0.412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0" y="1389888"/>
            <a:ext cx="50292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poison 탐지 AUROC 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682496"/>
          <a:ext cx="5029197" cy="27569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46787"/>
                <a:gridCol w="1027470"/>
                <a:gridCol w="1027470"/>
                <a:gridCol w="1027470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평균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0.835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0.992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0.650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0.574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0.542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0.458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63093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Llama-3.2-1B LoRA · N=100, K=10/round · R=30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per-client Dir(α), α∈{0,0.01,0.1,0.5,5.0} · 1–3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in-run oracle per-round exact (기준점 α=0.5)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AUROC ↑ (α별) · 평균 = α점 단순평균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4526280"/>
            <a:ext cx="4617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free-rider(random·zero, 전 α): Flirds·1차·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loss-heur·FLTrust = 1.000.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noisy: FedDQC 영역(스케일 1.0), Flirds ~0.60;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fidelity는 1차·loss-heur ρ=1.000(전 α),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  기준점 GTG0.78·FedSV0.75·ShapleyFL0.58·FedIF0.72.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poison(install): Flirds 1.0(both α), 1차도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α=0서 1.0 — 1차가 회피되지 않음.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cross-device φ는 한 번이라도 선택된 클라만 기록(K=10/R=30 → ~96–98/100). 출처: RESULTS.md. 내부코드 cross-device=device100.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스케일 (3B, 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Llama-3.2-3B — 탐지 · 기여도 · 런타임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7772396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40068"/>
                <a:gridCol w="804041"/>
                <a:gridCol w="804041"/>
                <a:gridCol w="804041"/>
                <a:gridCol w="804041"/>
                <a:gridCol w="759372"/>
                <a:gridCol w="848710"/>
                <a:gridCol w="848710"/>
                <a:gridCol w="7593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평균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ρ 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ρ 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251s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384s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250s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85s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0.875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0">
                          <a:solidFill>
                            <a:srgbClr val="1A1A1A"/>
                          </a:solidFill>
                          <a:latin typeface="Malgun Gothic"/>
                        </a:rPr>
                        <a:t>49s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0" y="1463040"/>
            <a:ext cx="32918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Llama-3.2-3B LoRA · cross-silo N=5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R=10 · 나머지 1B와 동일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seed 1개 → 잠정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AUROC ↑ · ρ ↑(vs in-run oracle) · 런타임 ↓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평균 = 4위협 AUROC 단순평균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noisy·fr: Flirds ρ=1.000 유지(1B→3B),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251s vs in-run oracle 1240s (~5× ↓).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poison: Flirds·1차 모두 0.000 — 1B의 2차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회복이 3B(1seed)선 안 나타남(미확정).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FedIF ρ 0.600(1B 0.90 ↓). loss-heur·탐지기 1.0.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3B는 seed 1개 → 잠정. 7B·N=10 retrain oracle은 설계상 deferred(ⓒ). 출처: RESULTS.md.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기여도 fidelity — 듀얼 오라클 (3-seed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566928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standard (N=20)  —  vs in-run oracle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82496"/>
          <a:ext cx="5669277" cy="27569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93532"/>
                <a:gridCol w="937775"/>
                <a:gridCol w="852523"/>
                <a:gridCol w="895149"/>
                <a:gridCol w="895149"/>
                <a:gridCol w="895149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3.5e-07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6.2e-04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2.3e-04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2.4e-06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1.3e-04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5.3e-05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0.975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0.916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7.1e-04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9.8e-04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4.7e-04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0.910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0.786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0.093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0.060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8.4e-01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2.6e-02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9.8e-03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0.194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0.133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2.1e-01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2.7e+00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9.9e-01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0.157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0.111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2.6e+00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46520" y="1389888"/>
            <a:ext cx="57150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 algn="l"/>
            <a:r>
              <a:rPr sz="1150" b="1">
                <a:solidFill>
                  <a:srgbClr val="17508C"/>
                </a:solidFill>
                <a:latin typeface="Malgun Gothic"/>
              </a:rPr>
              <a:t>reference (N=5)  —  vs retrain oracle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46520" y="1682496"/>
          <a:ext cx="5714997" cy="28803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03157"/>
                <a:gridCol w="945338"/>
                <a:gridCol w="859398"/>
                <a:gridCol w="902368"/>
                <a:gridCol w="902368"/>
                <a:gridCol w="902368"/>
              </a:tblGrid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2.3e-09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4.8e-05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2.0e-07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1.6e-04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3.9e-11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4.0e-06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1.9e-06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6.1e-08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2.4e-04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3.2e-03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2.5e-03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5.5e-03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3.6e-03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0.700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0.600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1.2e+00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0.500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0.467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1.3e-01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1.9e-02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1.4e-02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2.3e-01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1.3e+00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19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736592"/>
            <a:ext cx="603504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Llama-3.2-1B / alpaca-gpt4 20k (IID) · 3 seed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standard N=20(2/round) R=200 → in-run oracle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· reference N=5(full) R=30 → retrain oracle(2⁵)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Spearman ρ↑ · Kendall τ↑ · cosine_d/euclid_d/max_diff 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736592"/>
            <a:ext cx="50292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Flirds: in-run ρ=1.000(cosine_d 3.5e-7) ·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retrain ρ=1.000 — IID·clean서 두 오라클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1">
                <a:solidFill>
                  <a:srgbClr val="17508C"/>
                </a:solidFill>
                <a:latin typeface="Malgun Gothic"/>
              </a:rPr>
              <a:t>  게임 일치 → 이미지 괴리는 이질성 구동.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2차항: cosine_d 3.5e-7 vs 1차 4.4e-5 (~125× ↓).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60" b="0">
                <a:solidFill>
                  <a:srgbClr val="1A1A1A"/>
                </a:solidFill>
                <a:latin typeface="Malgun Gothic"/>
              </a:rPr>
              <a:t>ShapleyFL·FedIF·ComFedSV는 스케일서 fidelity 약함.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reference(N=5)=retrain oracle(2⁵) 기준. 출처: runs/track_d/rundirs/*. 내부코드 standard=std20·reference=anchor5.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2차 ① 성능 ② 수렴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개입 arm — MMLU · ROUGE-L · 수렴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7498076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9884"/>
                <a:gridCol w="1677201"/>
                <a:gridCol w="1183907"/>
                <a:gridCol w="1578542"/>
                <a:gridCol w="157854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MMLU (0-shot)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ROUGE-L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final val-loss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rounds→target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0.4822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0.2168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flirds_sel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0.4739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0.2838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0.4741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0.2847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1.2652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481328"/>
            <a:ext cx="34747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명세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Llama-3.2-1B / alpaca-gpt4 20k (IID)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standard N=20, 2/round · R=200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10 steps×batch16 · lr1e-3 · seq512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· 개입 arm 6종 · 3 seed · clean·IID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지표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MMLU(0-shot) ↑ · ROUGE-L ↑   성능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final val-loss ↓ · rounds→target ↓   수렴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A1A1A"/>
                </a:solidFill>
                <a:latin typeface="Malgun Gothic"/>
              </a:rPr>
              <a:t>base = 학습 전. FL-SFT 후 ROUGE-L +0.067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  (0.217→0.284), MMLU −0.008.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0">
                <a:solidFill>
                  <a:srgbClr val="1A1A1A"/>
                </a:solidFill>
                <a:latin typeface="Malgun Gothic"/>
              </a:rPr>
              <a:t>전 가중 arm ≈ vanilla (±0.001, ±1라운드).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→ clean·IID서 do-no-harm parity 확인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40" b="1">
                <a:solidFill>
                  <a:srgbClr val="17508C"/>
                </a:solidFill>
                <a:latin typeface="Malgun Gothic"/>
              </a:rPr>
              <a:t>  (고칠 오염 없을 때 성능·수렴 무해).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rounds-to-target = 검증손실 목표 도달 라운드(전 arm ~199/200). reference(N=5)도 동일 parity. 출처: 재집계.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기여도 측정 정확성 — 트랙 횡단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20332"/>
                <a:gridCol w="5309154"/>
                <a:gridCol w="3953625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측면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ρ≈1.000 (전 트랙). Banzhaf·loss-heur도 우수; MC-SV는 noisy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cross-silo·standard 1.000 / 이미지 0.71–1.00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값-거리 vs 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2차항이 1차 대비 값오차 ~2× 축소; loss-heur은 순위만 비기고 크기는 빗나감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euclid_d: 이미지 ~0.5× · standard cosine 125×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retrain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IID·clean은 1.000 일치; label_skew(이질성)에서 in-run oracle와 괴리(−)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reference(N=5) 1.000 / 이미지 label_skew −0.18~−0.29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비용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1 HVP/round; in-run oracle exact의 5–15× 저렴, 동일 순위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cross-silo 106s vs 530s · 3B 251s vs 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292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한 줄 요약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Flirds는 in-run oracle 게임을 순위·값 모두에서 충실히, exact 대비 저비용으로 재현한다. 2차항의 고유 기여는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순위가 아니라 값-크기 정밀도. retrain oracle 게임과의 일치는 데이터 이질성에 의존 — 동질이면 일치, label_skew면 갈림.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retrain oracle 괴리는 Flirds 특정 오차가 아니라 모든 in-run 방법 공유. 상세: 이미지 fidelity·LLM standard fidelity 페이지.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2차 실효성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① 일반 성능 → ② 수렴 → ③ 탐지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05418"/>
                <a:gridCol w="9677693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요약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오염 하 전 가중 arm &gt; vanilla(이미지). clean/IID는 무해 parity(이미지·LLM). 정확도 최고는 아님 — grad_noise서 shapleyfl/fedif 우위, label_flip서 flirds 우위. soft&gt;hard.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IID·clean(LLM standard)서 전 arm 동일 수렴(rounds→target ~199/200, parity). 고칠 오염 없을 때 가중이 수렴을 해치지 않음.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free-rider: LLM AUROC 1.0(전 α)이나 N=100 CNN서 0.4(상충, 한계). noisy: FedDQC 영역(1.0), Flirds ~0.6. poison: 1차 회피→2차 부분회복(1B)·실패(3B); loss-heur·전 탐지기 1.0.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4406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탐지는 위계상 마지막 — 기여도≠탐지. clean-val-loss를 낮추는 공격자를 φ가 '기여 높음'으로 보는 것은 valuation의 정직한 답이며,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바로 그 지점(clean-preserving poison)이 valuation 접근의 경계다 (한계 페이지).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한계 · 미해결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솔직한 항목 (같은 톤으로)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24791"/>
                <a:gridCol w="1230142"/>
                <a:gridCol w="7828178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 게임 괴리 (retrain↔in-run)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실측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label_skew(이질성)서 in-run φ가 재학습 가치와 역상관. 모든 in-run 방법 공유. 프레이밍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free-rider 탐지 상충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미해결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zero-delta가 LLM AUROC 1.0 vs N=100 CNN 0.4(IID칸 포함). 버그 배제용 드릴다운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poison 2차 불안정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잠정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1B서 1차 회피(0.000)→2차 부분회복하나 run간 0.42↔0.92(동일 config·seed). 3B(1seed)선 회복 실패.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미실행 (deferred)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ⓒ 미실행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LLM standard 3B/7B · LLM N=10 retrain oracle · 7B 전반 — 설계상 보류.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16636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다음 단계 (제안)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1차: 오라클 게임 괴리(retrain↔in-run) 규명(φ 직접 분석, 희귀라벨 가설) — 핵심질문 위계상 우선.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병행: free-rider CNN-vs-LLM 상충 드릴다운(버그/실재 판별) · poison 2차 비결정성 재현 확인.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Malgun Gothic"/>
              </a:rPr>
              <a:t>ⓐ구현 ⓑ실측 ⓒ미실행. 잠정·미해결치도 결과와 같은 비중으로 기재.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