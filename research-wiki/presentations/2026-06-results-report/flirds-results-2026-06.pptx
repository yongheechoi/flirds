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Malgun Gothic"/>
              </a:rPr>
              <a:t>Flirds — 연합학습 클라이언트 기여도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17508C"/>
                </a:solidFill>
                <a:latin typeface="Malgun Gothic"/>
              </a:rPr>
              <a:t>실험 결과 보고 — 검증 질문별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555555"/>
                </a:solidFill>
                <a:latin typeface="Malgun Gothic"/>
              </a:rPr>
              <a:t>방법: 검증손실의 1차+2차 테일러 전개로 클라이언트 Shapley 추정 (라운드당 HVP 1회)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Malgun Gothic"/>
              </a:rPr>
              <a:t>구성: 1차 Fidelity → 2차 ① Performance ② Convergence ③ Detection (모델 무관, 질문별 묶음)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12848"/>
            <a:ext cx="3840480" cy="2794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888888"/>
                </a:solidFill>
                <a:latin typeface="Malgun Gothic"/>
              </a:rPr>
              <a:t>2026-06-19 · 모든 수치 ⓑ실측(세팅 병기), 미실행분 ⓒ · 표 수치 부호 +생략(음수만 −) · 분할 IID/Non-IID 병기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실험 개요 — 무엇을 검증했는가 (질문별 분류)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60858"/>
                <a:gridCol w="4428955"/>
                <a:gridCol w="5093298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검증 질문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무엇을 확인하나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실험 (무대)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1차  Fidelity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기여도(Shapley)를 오라클 대비 얼마나 정확히 추정하나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CNN C1 (듀얼 오라클, N=10) · LLM standard (N=20/5) · LLM scale (silo·device·3B)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2차-①  Performance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측정한 기여도로 가중/선택 시 일반 성능이 오르나·무해한가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CNN intervention (N=100, IID·Non-IID) · LLM standard (N=20)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2차-②  Convergence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수렴 속도 — 목표 도달 라운드·최종 손실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LLM standard (N=20)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2차-③  Detection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오염 클라이언트를 분리하나 (AUROC)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CNN intervention · LLM cross-silo·cross-device·3B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1772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핵심 질문 위계 (발표 순서 = 이 순서):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1차가 가장 기본 — 기여도를 정확히 재는가. 2차는 그 기여도의 실효성(성능 → 수렴 → 탐지 순).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Malgun Gothic"/>
              </a:rPr>
              <a:t>듀얼 오라클: in-run oracle(학습궤적 exact 2ᴺ 분해) · retrain oracle(부분집합 재학습→검증손실). 비교 방법 11종 + 탐지기 4종.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Malgun Gothic"/>
              </a:rPr>
              <a:t>같은 robustness run이 fidelity(ρ)와 detection(AUROC)을 함께 산출 — 각각 해당 섹션에 배치.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공통 규약: SGD momentum=0 · 시드별 seed_everything · 모든 셀 config+meta(git/env)+phi+metrics 영속화. 실패 0. 총 셀 181(CNN 150 + LLM 31).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용어 · 공용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비교 방법(valuation)과 오라클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446520" cy="3931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90700"/>
                <a:gridCol w="1074420"/>
                <a:gridCol w="2238375"/>
                <a:gridCol w="1343025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유형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핵심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라운드당 비용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 (제안)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검증손실 1차+2차 테일러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HVP 1회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Flirds-1st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1차항만 (곡률 제외)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heuristic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클라별 손실차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fwd 1회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GTG / FedSV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Shapley(MC)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truncated/permutation MC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 평가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exact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Banzhaf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평가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 / ComFedSV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Shapley(변형)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uniform-util / 부분합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influence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검증그래디언트 정렬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2nd-order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고유분해 기반 (이미지만)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eigsh (수십분)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탐지기 4종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detector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FLDetector·STD-DAGMM·FLTrust·FedDQC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모델-free/grad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481328"/>
            <a:ext cx="4480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오라클 (정답 기여도)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in-run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학습 궤적을 라운드별 exact Shapley로 분해 (2ᴺ).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추정량이 재현해야 할 게임. N=5에서 2⁵.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retrain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부분집합 S를 FedAvg 재학습 → 배포모델 검증손실.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'배포 가치' 게임. 이미지 N=10에서 2¹⁰=1024 재학습.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핵심: Flirds는 in-run oracle 게임의 추정량.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retrain oracle와의 일치는 별개 질문(1차 Fidelity 섹션).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intervention arm(가중·선택 전략) 정의는 2차 섹션 첫 장.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출처: codes/core·oracle·baselines. 모든 valuation은 동일 logs=[(w_r, {client:(Δ,n_c)})] 위에서 계산 (모델·검증셋 비접근). · 내부코드 in-run oracle=(b)·retrain oracle=(a)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1차 FIDELITY · IMAGE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in-run oracle 대비 기여도 순위 — 비교 방법 전체(10종)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09" cy="37444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65569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</a:tblGrid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 (CIFAR / MNIST)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CIFAR 평균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0.45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0.32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0.31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MNIST 평균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0.35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440680"/>
            <a:ext cx="6766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MNIST+LeNet5 / CIFAR-10+CNN · N=10 full · R=10 · SGD mom=0 lr0.01 · val=2000 · 3 seed · in-run oracle 2¹⁰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분할: iid=IID · label_skew·quantity_skew=Non-IID · label_flip·feature_noise=IID 분할+손상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5440680"/>
            <a:ext cx="420624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Spearman ρ ↑ (오라클 φ 대비 순위). 평균=데이터셋 단순평균.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Flirds·Banzhaf 순위 최상; MC기반 GTG/FedSV/ShapleyFL·ComFedSV·Ripple은 noisy.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2차항 고유 기여는 순위 아닌 값-거리(다음장 하단).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iid·feature_noise는 in-run oracle 신호 약함(클라 동질). 비교 방법 10종 전체(로스터 11종 = 10종 + in-run oracle 기준=1.0). 출처: runs/track_c/c1/* 재집계.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1차 FIDELITY · IMAGE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retrain oracle (2¹⁰) 대비 순위, 그리고 in-run과의 괴리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09" cy="37444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65569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  <a:gridCol w="951754"/>
              </a:tblGrid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7508C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CIFAR 평균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0.26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0.27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0.37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0.09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-0.22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0.33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0.23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Malgun Gothic"/>
                        </a:rPr>
                        <a:t>0.12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MNIST 평균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0.38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0.27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0.27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50800" marR="50800" marT="19050" marB="19050" anchor="ctr"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440680"/>
            <a:ext cx="6766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핵심 — 게임 정의 차이 (label_skew)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Flirds는 in-run oracle은 거의 완벽 재현하나(앞장), retrain oracle와는 label_skew서 갈림: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  CIFAR in-run 0.98 → retrain −0.18 · MNIST 0.71 → retrain −0.29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추정오차 아님 — 모든 in-run 방법 공유(희귀라벨 클라는 라운드 한계기여 낮아도 최종 재학습 모델엔 필수).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5440680"/>
            <a:ext cx="420624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지표 / 2차항 효과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Spearman ρ ↑ (retrain oracle φ 대비). 평균=데이터셋 단순.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2차항: euclid_d(값-거리) label_flip CIFAR 0.031 vs 1차 0.046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(MNIST 0.207 vs 0.370) → 값 오차 1차 대비 ~25–50%↓.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표=Spearman ρ ↑ (rho_a_mean, 3-seed). LLM standard reference(N=5)는 retrain oracle와 1.000 일치 → 괴리는 이질성 구동(이어지는 장). 출처: RESULTS.txt.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1차 FIDELITY · LLM STANDARD (CLEAN·IID)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기여도 fidelity — 듀얼 오라클 · 1B/3B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566928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standard 1B (N=20) — vs in-run oracle  (3 seed)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64208"/>
          <a:ext cx="5669277" cy="26334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93532"/>
                <a:gridCol w="937775"/>
                <a:gridCol w="852523"/>
                <a:gridCol w="895149"/>
                <a:gridCol w="895149"/>
                <a:gridCol w="895149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Kendall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euclid_d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max_diff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3.5e-07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2.1e-05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0.999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0.996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6.2e-04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2.3e-04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2.4e-06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1.3e-04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5.3e-05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0.975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7.1e-04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4.7e-04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0.786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5.7e-03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2.8e-03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1.7e-03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0.093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0.060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8.4e-01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2.6e-02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0.194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0.133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2.1e-01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2.7e+00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9.9e-01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0.157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0.111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2.6e+00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46520" y="1371600"/>
            <a:ext cx="57150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reference 1B (N=5) — vs retrain oracle  (3 seed)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664208"/>
          <a:ext cx="5714997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03157"/>
                <a:gridCol w="945338"/>
                <a:gridCol w="859398"/>
                <a:gridCol w="902368"/>
                <a:gridCol w="902368"/>
                <a:gridCol w="90236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Kendall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euclid_d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max_diff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2.3e-09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4.8e-05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2.4e-05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2.0e-07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3.1e-04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1.6e-04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3.9e-11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4.0e-06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1.9e-06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6.1e-08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2.4e-04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1.2e-04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3.2e-03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2.5e-03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1.8e-03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5.5e-03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3.6e-03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2.6e-03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1.2e+00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0.467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1.3e-01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1.9e-02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1.4e-02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2.3e-01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1.3e+00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73152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standard 3B (N=20) — vs in-run oracle  (2 seed)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4818888"/>
          <a:ext cx="7315193" cy="8229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89497"/>
                <a:gridCol w="778212"/>
                <a:gridCol w="778212"/>
                <a:gridCol w="778212"/>
                <a:gridCol w="778212"/>
                <a:gridCol w="778212"/>
                <a:gridCol w="778212"/>
                <a:gridCol w="778212"/>
                <a:gridCol w="77821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A1A1A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0.992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0.944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-0.133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0.302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0.338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A1A1A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8.0e-08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2.1e-05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1.8e-06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5.6e-04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3.1e-03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1.0e+00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A1A1A"/>
                          </a:solidFill>
                          <a:latin typeface="Malgun Gothic"/>
                        </a:rPr>
                        <a:t>1.6e-01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001000" y="4480560"/>
            <a:ext cx="37033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>
                <a:solidFill>
                  <a:srgbClr val="17508C"/>
                </a:solidFill>
                <a:latin typeface="Malgun Gothic"/>
              </a:rPr>
              <a:t>Flirds: in-run ρ=1.000 · retrain ρ=1.000 —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>
                <a:solidFill>
                  <a:srgbClr val="17508C"/>
                </a:solidFill>
                <a:latin typeface="Malgun Gothic"/>
              </a:rPr>
              <a:t>  IID·clean서 두 오라클 일치 → 이미지(S5)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>
                <a:solidFill>
                  <a:srgbClr val="17508C"/>
                </a:solidFill>
                <a:latin typeface="Malgun Gothic"/>
              </a:rPr>
              <a:t>  괴리는 이질성 구동임을 확인.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0">
                <a:solidFill>
                  <a:srgbClr val="1A1A1A"/>
                </a:solidFill>
                <a:latin typeface="Malgun Gothic"/>
              </a:rPr>
              <a:t>1B→3B Flirds ρ=1.000 유지(GTG 0.99·FedSV 0.94).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0">
                <a:solidFill>
                  <a:srgbClr val="1A1A1A"/>
                </a:solidFill>
                <a:latin typeface="Malgun Gothic"/>
              </a:rPr>
              <a:t>2차항: cosine_d 3.5e-7 vs 1차 4.4e-5(~125×).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0">
                <a:solidFill>
                  <a:srgbClr val="1A1A1A"/>
                </a:solidFill>
                <a:latin typeface="Malgun Gothic"/>
              </a:rPr>
              <a:t>ShapleyFL·FedIF·ComFedSV는 스케일서 약함.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alpaca-gpt4 20k IID. standard=in-run oracle, reference=retrain oracle(2⁵). 출처: runs/track_d/rundirs/* 재집계. 내부코드 standard=std20·reference=anchor5.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1차 FIDELITY · LLM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Shapley 순위 fidelity — N=5 silo · N=100 device · 3B (vs in-run oracle)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7315197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67542"/>
                <a:gridCol w="1410788"/>
                <a:gridCol w="1410788"/>
                <a:gridCol w="1567542"/>
                <a:gridCol w="135853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silo N=5 ρ noisy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silo N=5 ρ poison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device N=100 ρ (α=0.5)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3B N=5 ρ noisy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0.784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0.367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0.752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-0.023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0.933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0.967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0.721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92440" y="1463040"/>
            <a:ext cx="36118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동일 robustness run의 ρ만 모음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(같은 run의 탐지 AUROC → Detection 섹션)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silo N=5: 1 도메인/클라(Non-IID), 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device N=100: Dir(α=0.5), per-round oracle, 1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3B: silo N=5, 1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비싼 method는 sweep 전체엔 미실행 →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device 열은 α=0.5 기준점만(비용 게이팅)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Spearman ρ ↑ (in-run oracle φ 대비 순위)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N=5서 near-additive → 전 방법 ρ≈1.000;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  poison·스케일에서 분화: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poison: FedSV 0.367·1차 0.000 (Flirds 0.967 유지)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N=100: GTG 0.78·FedSV 0.75·ShapleyFL 0.58·ComFedSV −0.02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→ Flirds·loss-heur는 전 스케일 ρ=1.000 유지;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MC/변형 Shapley는 N↑·poison서 열화.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silo noisy/fr는 전 방법 1.000(near-additive)이라 poison 열로 분화를 표시. device 값=α=0.5 anchor(per-round exact). 빈칸=해당 스케일 미실행. 출처: RESULTS.md + rundir.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1차 FIDELITY ·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기여도 측정 정확성 — 횡단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4015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20332"/>
                <a:gridCol w="5309154"/>
                <a:gridCol w="3953625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측면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순위 vs 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Flirds ρ≈1.000 (전 트랙·1B→3B). Banzhaf·loss-heur도 우수; MC-SV는 noisy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cross-silo·standard 1.000 / 이미지 0.71–1.00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값-거리 vs 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2차항이 1차 대비 값오차 ~2× 축소; loss-heur은 순위만 비기고 크기는 빗나감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euclid_d: 이미지 ~0.5× · standard cosine 125×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순위 vs retrain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IID·clean은 1.000 일치; label_skew(이질성)에서 in-run oracle와 괴리(−)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reference(N=5) 1.000 / 이미지 label_skew −0.18~−0.29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스케일 (N=100)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α=0.5 기준점서 Flirds·1차·loss-heur ρ=1.000; GTG/FedSV/ShapleyFL은 열화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GTG 0.78·FedSV 0.75·ShapleyFL 0.58·ComFedSV −0.02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비용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Flirds 1 HVP/round; in-run oracle exact의 5–15× 저렴, 동일 순위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cross-silo 106s vs 530s · 3B 251s vs 1240s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07492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한 줄 요약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Flirds는 in-run oracle 게임을 순위·값 모두에서 충실히, exact 대비 저비용으로, 1B→3B·N=5→N=100서 일관되게 재현한다.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2차항의 고유 기여는 순위가 아니라 값-크기 정밀도. retrain oracle 게임과의 일치는 데이터 이질성에 의존(동질↔label_skew).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retrain oracle 괴리는 Flirds 특정 오차가 아니라 모든 in-run 방법 공유. 상세: 앞의 fidelity 페이지들.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2차 · INTERVENTION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intervention arm 정의 — 측정한 기여도를 집계에 어떻게 쓰나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7406640" cy="3803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81328"/>
                <a:gridCol w="2777490"/>
                <a:gridCol w="3147822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7508C"/>
                          </a:solidFill>
                          <a:latin typeface="Malgun Gothic"/>
                        </a:rPr>
                        <a:t>집계 가중 규칙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7508C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w ∝ n_c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plain FedAvg (샘플 수만 가중 — baseline)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A1A1A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w ∝ n_c · s_c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크기가중 × Flirds 점수 (soft, 기본형)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A1A1A"/>
                          </a:solidFill>
                          <a:latin typeface="Malgun Gothic"/>
                        </a:rPr>
                        <a:t>flirds_repl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w ∝ s_c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크기 무시, 점수로 대체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A1A1A"/>
                          </a:solidFill>
                          <a:latin typeface="Malgun Gothic"/>
                        </a:rPr>
                        <a:t>flirds_add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w ∝ ½·(s_c/Σs) + ½·(n_c/Σn)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점수-비중과 크기-비중 5:5 혼합 (λ=0.5)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A1A1A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점수 softmax로 코호트 선발 → 저기여 제외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hard selection (S-FedAvg式)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A1A1A"/>
                          </a:solidFill>
                          <a:latin typeface="Malgun Gothic"/>
                        </a:rPr>
                        <a:t>shapleyfl / 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동일 기계, 점수만 교체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ShapleyFL 라운드 exact Shapley / FedIF 영향함수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1A1A1A"/>
                          </a:solidFill>
                          <a:latin typeface="Malgun Gothic"/>
                        </a:rPr>
                        <a:t>sfedavg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자체 점수 softmax 선택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A1A1A"/>
                          </a:solidFill>
                          <a:latin typeface="Malgun Gothic"/>
                        </a:rPr>
                        <a:t>S-FedAvg baseline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92440" y="1481328"/>
            <a:ext cx="36118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'arm' 이란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비교하는 하나의 조건/변형 (임상시험 treatment arm).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여기선 'φ를 어떻게 활용할지'의 각 전략이 한 arm.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점수 s_c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Flirds 추정점수의 EMA (β=0.5, 높을수록 기여 큼).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clean에선 점수 평탄 → vanilla로 복귀 = do-no-harm.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7508C"/>
                </a:solidFill>
                <a:latin typeface="Malgun Gothic"/>
              </a:rPr>
              <a:t>LLM standard 표기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flirds_w=mult(β.5) · flirds_sel=select ·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Malgun Gothic"/>
              </a:rPr>
              <a:t>shapleyfl_w · fedif_w (β=0.7).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출처: codes/flirds/fl/intervene.py rule_weights. repl/add 는 dir1(크기 skew)서만 mult 와 갈림 → iid/shard 는 6 arm 공통, dir1 만 8 arm.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2차-① PERFORMANCE · IMAGE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intervention — IID vs Non-IID partition (clean, do-no-harm)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7772395" cy="2944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80063"/>
                <a:gridCol w="947853"/>
                <a:gridCol w="995246"/>
                <a:gridCol w="947853"/>
                <a:gridCol w="900460"/>
                <a:gridCol w="900460"/>
                <a:gridCol w="90046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dataset · partition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sfedavg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CIFAR-10·iid (IID)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CIFAR-10·dir1 (Non-IID)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0.631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CIFAR-10·shard (Non-IID 강)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0.475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0.417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0.487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FMNIST·iid (IID)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FMNIST·dir1 (Non-IID)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0.829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0.846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0.813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FMNIST·shard (Non-IID 강)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0.686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0.717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0.672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0.733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0.683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0.712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58200" y="1463040"/>
            <a:ext cx="32461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CIFAR-10 / FMNIST + CNN · N=100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C=0.1 (라운드당 10) · R=120 · lr0.01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partition iid(IID)·dir1(Dir α=1)·shard(2클래스/클라)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clean = 위협 없음 → do-no-harm 검증 · 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arm 6종 = iid/shard 공통(dir1만 repl/add 추가)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test acc ↑ (오염 없음 → 탐지 AUROC 없음)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비교 대상 = intervention arm(가중·선택 전략)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clean: 전 weighting arm ≈ vanilla → 분할 무관 무해.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(CIFAR shard만 flirds_select&lt;vanilla = hard-drop 부작용)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분할 난이도가 절대 정확도를 지배(shard=극단 Non-IID):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CIFAR 0.65→0.48 · FMNIST 0.86→0.69.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→ 가중은 어느 분할에서도 clean 성능을 해치지 않음.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한 표에 두 데이터셋×세 분할 통합(앞 fidelity 표와 동일 형식). 위협 하 결과는 다음 장. arm 정의=앞 장. 출처: runs/track_c/RESULTS.txt. 내부코드 intervention=C2.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2차-① PERFORMANCE · ③ DETECTION · IMAGE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intervention — under threat (CIFAR-10, dir1=Non-IID, 8 arm)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7543797" cy="3785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20961"/>
                <a:gridCol w="1264567"/>
                <a:gridCol w="1308173"/>
                <a:gridCol w="1308173"/>
                <a:gridCol w="1308173"/>
                <a:gridCol w="113375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clean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grad_noise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label_flip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free_rider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위협평균 acc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0.638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0.245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0.515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0.587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0.449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0.642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0.433 (0.99)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0.585 (0.93)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0.597 (0.39)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flirds_repl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0.639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0.370 (0.99)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0.579 (0.95)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0.593 (0.41)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0.514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flirds_add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0.640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0.333 (0.98)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0.560 (0.97)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0.593 (0.48)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0.495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0.634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0.313 (0.99)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0.559 (0.91)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0.589 (0.48)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0.487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0.635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0.550 (1.00)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0.568 (0.96)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0.560 (0.00)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0.559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0.637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0.527 (1.00)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0.567 (0.96)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0.611 (1.00)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A1A1A"/>
                          </a:solidFill>
                          <a:latin typeface="Malgun Gothic"/>
                        </a:rPr>
                        <a:t>sfedavg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0.631 (–)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0.243 (1.00)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0.521 (0.94)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0.587 (0.04)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75320" y="1463040"/>
            <a:ext cx="3474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CIFAR-10 + CNN · N=100, C=0.1 · R=120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partition dir1 (Dirichlet α=1, Non-IID)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arm 8종 (앞 장 정의)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strength sweep: grad0.05·flip0.6/0.8 별도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값 = test acc ↑ · ( ) = 탐지 AUROC 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clean = 위협 無 → (–) · 위협평균 = 오염3종 acc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under threat: 전 weighting arm &gt; vanilla.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grad_noise: shapleyfl0.550·fedif0.527 최고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&gt; flirds_mult0.433 (vanilla 0.245).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label_flip: flirds_mult0.585 최고.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free_rider: fedif AUROC0.996, flirds0.385(약).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→ soft(mult) &gt; hard(select). robust+무해,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정확도 최고는 위협별로 갈림.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free-rider(zero-delta) AUROC가 N=100 CNN서 낮음(0.33–0.48) — LLM(1.0)과 상충, 미해결(한계 참조). FMNIST·strength sweep 동일 경향. 출처: RESULTS.txt.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2차-① PERFORMANCE · ② CONVERGENCE · LLM 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intervention arm — MMLU · ROUGE-L · 수렴 (standard 1B N=20)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08760"/>
          <a:ext cx="7498076" cy="2944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9884"/>
                <a:gridCol w="1677201"/>
                <a:gridCol w="1183907"/>
                <a:gridCol w="1578542"/>
                <a:gridCol w="157854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MMLU (0-shot)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ROUGE-L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final val-loss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rounds→target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base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0.4822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0.2168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flirds_w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flirds_sel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0.4739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0.2838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shapleyfl_w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fedif_w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481328"/>
            <a:ext cx="3474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Llama-3.2-1B / alpaca-gpt4 20k (IID)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standard N=20, 2/round · R=200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10 steps×batch16 · lr1e-3 · seq512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arm 6종 · 3 seed · clean·IID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3B는 N=20 intervention 미실행(N=5 reference만)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MMLU(0-shot) ↑ · ROUGE-L ↑   ① Performance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final val-loss ↓ · rounds→target ↓   ② Convergence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base = 학습 전. FL-SFT 후 ROUGE-L +0.067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(0.217→0.284), MMLU −0.008.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전 weighting arm ≈ vanilla (±0.001, ±1라운드).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→ clean·IID서 do-no-harm parity 확인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(고칠 오염 없을 때 성능·수렴 무해).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rounds-to-target = 검증손실 목표 도달 라운드(전 arm ~199/200). reference(N=5, 1B·3B)도 동일 parity. 출처: 재집계.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2차-③ DETECTION · LLM CROSS-SILO (N=5,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오염 클라 탐지 AUROC (Non-IID 5도메인)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7589519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86560"/>
                <a:gridCol w="992094"/>
                <a:gridCol w="992094"/>
                <a:gridCol w="992094"/>
                <a:gridCol w="992094"/>
                <a:gridCol w="942489"/>
                <a:gridCol w="9920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noisy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fr-rand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fr-zero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poison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평균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런타임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532s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0.979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106s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538s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164s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0.875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30s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0.417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136s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36s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22s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75320" y="1417320"/>
            <a:ext cx="3474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Llama-3.2-1B(+3B) LoRA · N=5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1 도메인/클라 → Non-IID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R=10 · val=100 · lr1e-3(poison 2e-3)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fp32 · eager · 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위협: noisy(품질)/fr(zero,random)/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      poison(백도어 스케일교체)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AUROC ↑ (오염=높은 의심점수 분리, 1.0=완전)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평균 = 4위협 단순평균 · 런타임 ↓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fidelity(ρ)는 1차 Fidelity 섹션(S7)에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noisy·free-rider: 전 valuation AUROC 1.0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(N=5 near-additive); 우위 = 비용.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poison ASR≈1.0: Flirds-1st 0.000 완전회피 →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2차 0.917 회복(불안정). loss-heur·전 탐지기 1.0.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poison Flirds(2차)는 run간 비결정(동일 config·seed서 0.42↔0.92). 평균=4위협 단순평균(참고용). 출처: RESULTS.md. 내부코드 cross-silo=silo5.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2차-③ DETECTION · LLM CROSS-DEVICE (N=100,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α-sweep 탐지 AUROC (α = 분할 이질성)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noisy 탐지 AUROC ↑  (α-sweep)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82496"/>
          <a:ext cx="5989318" cy="25968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50974"/>
                <a:gridCol w="765552"/>
                <a:gridCol w="765552"/>
                <a:gridCol w="765552"/>
                <a:gridCol w="765552"/>
                <a:gridCol w="765552"/>
                <a:gridCol w="810584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α=0.01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α=0.1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α=5.0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평균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0.575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0.693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0.807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0.671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0.760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0.834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0.960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0.482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0.539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0.442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0.419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0.432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0.371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0.396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0.412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1389888"/>
            <a:ext cx="50292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poison 탐지 AUROC 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682496"/>
          <a:ext cx="5029197" cy="27569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46787"/>
                <a:gridCol w="1027470"/>
                <a:gridCol w="1027470"/>
                <a:gridCol w="1027470"/>
              </a:tblGrid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평균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0.670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0.987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0.985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0.992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0.498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0.574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0.542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0.458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63093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Llama-3.2-1B LoRA · N=100, K=10/round · R=30 · 1–3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분할 = per-client Dirichlet(α), α∈{0,0.01,0.1,0.5,5.0}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· α = 분할 이질성: α→0 도메인 분리(극단 Non-IID),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   α→∞ 균일혼합(IID). α=5.0 ≈ near-IID.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4526280"/>
            <a:ext cx="4617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free-rider(random·zero, 전 α): Flirds·1차·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  loss-heur·FLTrust = 1.000.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noisy: FedDQC 영역(스케일 1.0), Flirds ~0.60.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poison(install): Flirds 1.0(both α), 1차도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  α=0서 1.0 — 1차가 회피되지 않음.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fidelity(ρ α=0.5)는 1차 Fidelity 섹션(S7). cross-device φ는 선택된 클라만 기록(~96–98/100). 출처: RESULTS.md. 내부코드 device100.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2차-③ DETECTION · LLM 3B (N=5)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Llama-3.2-3B 탐지 AUROC (Non-IID 5도메인)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7589519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86560"/>
                <a:gridCol w="992094"/>
                <a:gridCol w="992094"/>
                <a:gridCol w="992094"/>
                <a:gridCol w="992094"/>
                <a:gridCol w="942489"/>
                <a:gridCol w="99209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noisy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fr-rand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fr-zero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poison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평균 ↑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런타임 ↓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1240s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251s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384s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250s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85s</a:t>
                      </a:r>
                    </a:p>
                  </a:txBody>
                  <a:tcPr marL="50800" marR="508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0.875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49s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75320" y="1463040"/>
            <a:ext cx="3474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Llama-3.2-3B LoRA · cross-silo N=5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Non-IID(도메인 분리) · R=10 · seed 1개(잠정)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비싼 method(Banzhaf/GTG/FedSV/ShapleyFL)는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3B서 비용상 미실행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AUROC ↑ · 평균=4위협 단순 · 런타임 ↓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fidelity(ρ)는 1차 Fidelity 섹션(S7)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noisy·fr: Flirds AUROC 1.0(1B→3B 유지),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251s vs in-run oracle 1240s (~5× ↓).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poison: Flirds·1차 모두 0.000 — 1B의 2차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회복이 3B(1seed)선 안 나타남(미확정).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555555"/>
                </a:solidFill>
                <a:latin typeface="Malgun Gothic"/>
              </a:rPr>
              <a:t>CNN 탐지(N=100): intervention arm의 누적 점수로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555555"/>
                </a:solidFill>
                <a:latin typeface="Malgun Gothic"/>
              </a:rPr>
              <a:t>  측정 — S11 괄호값. free-rider만 0.4(상충).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3B는 seed 1개 → 잠정. 7B·N=10 retrain oracle은 설계상 deferred(ⓒ). 출처: RESULTS.md.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2차 실효성 ·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① Performance → ② Convergence → ③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97587"/>
                <a:gridCol w="9585524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7508C"/>
                          </a:solidFill>
                          <a:latin typeface="Malgun Gothic"/>
                        </a:rPr>
                        <a:t>요약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A1A1A"/>
                          </a:solidFill>
                          <a:latin typeface="Malgun Gothic"/>
                        </a:rPr>
                        <a:t>① Performance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30" b="0">
                          <a:solidFill>
                            <a:srgbClr val="1A1A1A"/>
                          </a:solidFill>
                          <a:latin typeface="Malgun Gothic"/>
                        </a:rPr>
                        <a:t>under threat 전 weighting arm &gt; vanilla(이미지, 전 분할). clean/IID는 무해 parity(이미지·LLM). 정확도 최고는 위협별로 갈림 — grad_noise서 shapleyfl/fedif, label_flip서 flirds. soft&gt;hard. 분할 난이도(shard≪iid)가 절대성능을 지배.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A1A1A"/>
                          </a:solidFill>
                          <a:latin typeface="Malgun Gothic"/>
                        </a:rPr>
                        <a:t>② Convergence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30" b="0">
                          <a:solidFill>
                            <a:srgbClr val="1A1A1A"/>
                          </a:solidFill>
                          <a:latin typeface="Malgun Gothic"/>
                        </a:rPr>
                        <a:t>IID·clean(LLM standard)서 전 arm 동일 수렴(rounds→target ~199/200, parity). 고칠 오염 없을 때 가중이 수렴을 해치지 않음.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1A1A1A"/>
                          </a:solidFill>
                          <a:latin typeface="Malgun Gothic"/>
                        </a:rPr>
                        <a:t>③ Detection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30" b="0">
                          <a:solidFill>
                            <a:srgbClr val="1A1A1A"/>
                          </a:solidFill>
                          <a:latin typeface="Malgun Gothic"/>
                        </a:rPr>
                        <a:t>free-rider: LLM AUROC 1.0(전 α)이나 N=100 CNN서 0.4(상충, 한계). noisy: FedDQC 영역(1.0), Flirds ~0.6. poison: 1차 회피→2차 부분회복(1B)·실패(3B); loss-heur·전 탐지기 1.0.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44068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Detection은 위계상 마지막 — 기여도≠탐지. clean-val-loss를 낮추는 공격자를 φ가 '기여 높음'으로 보는 것은 valuation의 정직한 답이며,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바로 그 지점(clean-preserving poison)이 valuation 접근의 경계다 (한계 페이지).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한계 · 미해결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솔직한 항목 (같은 톤으로)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24791"/>
                <a:gridCol w="1230142"/>
                <a:gridCol w="7828178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50800" marR="50800" marT="19050" marB="19050" anchor="ctr">
                    <a:solidFill>
                      <a:srgbClr val="EFEFE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오라클 게임 괴리 (retrain↔in-run)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실측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label_skew(이질성)서 in-run φ가 재학습 가치와 역상관. 모든 in-run 방법 공유. 프레이밍 필요.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free-rider 탐지 상충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미해결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동일 zero-delta가 LLM AUROC 1.0 vs N=100 CNN 0.4(IID칸 포함). 버그 배제용 드릴다운 필요.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poison 2차 불안정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잠정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1B서 1차 회피(0.000)→2차 부분회복하나 run간 0.42↔0.92(동일 config·seed). 3B(1seed)선 회복 실패.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미실행 (deferred)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ⓒ 미실행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LLM standard 7B · LLM N=10 retrain oracle · 7B robustness 전반 — 설계상 보류 (3B standard는 완료).</a:t>
                      </a:r>
                    </a:p>
                  </a:txBody>
                  <a:tcPr marL="508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21208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다음 단계 (제안)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1차: 오라클 게임 괴리(retrain↔in-run) 규명(φ 직접 분석, 희귀라벨 가설) — 핵심질문 위계상 우선.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병행: free-rider CNN-vs-LLM 상충 드릴다운(버그/실재 판별) · poison 2차 비결정성 재현 확인.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ⓐ구현 ⓑ실측 ⓒ미실행. 잠정·미해결치도 결과와 같은 비중으로 기재.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