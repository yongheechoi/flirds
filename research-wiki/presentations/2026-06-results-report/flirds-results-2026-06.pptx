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3172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A1A1A"/>
                </a:solidFill>
                <a:latin typeface="Malgun Gothic"/>
              </a:rPr>
              <a:t>Flirds — 연합학습 클라이언트 기여도 측정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461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>
                <a:solidFill>
                  <a:srgbClr val="17508C"/>
                </a:solidFill>
                <a:latin typeface="Malgun Gothic"/>
              </a:rPr>
              <a:t>실험 결과 보고 (이미지 · 언어모델)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977639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555555"/>
                </a:solidFill>
                <a:latin typeface="Malgun Gothic"/>
              </a:rPr>
              <a:t>방법: 검증손실의 1차+2차 테일러 전개로 클라이언트 Shapley 추정 (라운드당 HVP 1회)</a:t>
            </a:r>
          </a:p>
          <a:p>
            <a:pPr algn="l"/>
            <a:r>
              <a:rPr sz="1300" b="0">
                <a:solidFill>
                  <a:srgbClr val="888888"/>
                </a:solidFill>
                <a:latin typeface="Malgun Gothic"/>
              </a:rPr>
              <a:t>client-level FL Shapley via 1st+2nd-order Taylor of validation loss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2212848"/>
            <a:ext cx="3840480" cy="2794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50" b="0">
                <a:solidFill>
                  <a:srgbClr val="888888"/>
                </a:solidFill>
                <a:latin typeface="Malgun Gothic"/>
              </a:rPr>
              <a:t>2026-06-18 · 수치는 모두 ⓑ실측(세팅 병기) · 미실행분은 ⓒ로 표기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실험 개요 — 세 트랙, 모두 완료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83109" cy="226771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42092"/>
                <a:gridCol w="2809827"/>
                <a:gridCol w="2472647"/>
                <a:gridCol w="561965"/>
                <a:gridCol w="561965"/>
                <a:gridCol w="3034613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7508C"/>
                          </a:solidFill>
                          <a:latin typeface="Malgun Gothic"/>
                        </a:rPr>
                        <a:t>트랙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7508C"/>
                          </a:solidFill>
                          <a:latin typeface="Malgun Gothic"/>
                        </a:rPr>
                        <a:t>도메인 / 모델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7508C"/>
                          </a:solidFill>
                          <a:latin typeface="Malgun Gothic"/>
                        </a:rPr>
                        <a:t>연합 셋업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17508C"/>
                          </a:solidFill>
                          <a:latin typeface="Malgun Gothic"/>
                        </a:rPr>
                        <a:t>셀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17508C"/>
                          </a:solidFill>
                          <a:latin typeface="Malgun Gothic"/>
                        </a:rPr>
                        <a:t>seed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7508C"/>
                          </a:solidFill>
                          <a:latin typeface="Malgun Gothic"/>
                        </a:rPr>
                        <a:t>핵심 산출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A1A1A"/>
                          </a:solidFill>
                          <a:latin typeface="Malgun Gothic"/>
                        </a:rPr>
                        <a:t>이미지 (Track C)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MNIST+LeNet5 / CIFAR-10+CNN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N=10 (C1) · N=100 (C2)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150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fidelity (a)+(b) · 개입 8arm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A1A1A"/>
                          </a:solidFill>
                          <a:latin typeface="Malgun Gothic"/>
                        </a:rPr>
                        <a:t>LLM 위협매트릭스 (Phase 2)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Llama-3.2 1B · 3B (LoRA)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N=5 silo · N=100 device(α)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25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1–3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4 threat × fidelity·탐지·개입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A1A1A"/>
                          </a:solidFill>
                          <a:latin typeface="Malgun Gothic"/>
                        </a:rPr>
                        <a:t>LLM 표준무대 (Track D)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Llama-3.2-1B / OpenFedLLM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N=20 (std) · N=5 (anchor)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IID·clean fidelity·성능·수렴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114800"/>
            <a:ext cx="111556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1">
                <a:solidFill>
                  <a:srgbClr val="1A1A1A"/>
                </a:solidFill>
                <a:latin typeface="Malgun Gothic"/>
              </a:rPr>
              <a:t>핵심 질문 위계 (모든 표·서술 순서에 적용):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1A1A1A"/>
                </a:solidFill>
                <a:latin typeface="Malgun Gothic"/>
              </a:rPr>
              <a:t>  1차 — 기여도를 얼마나 정확히 측정하는가 (오라클 대비 fidelity: Spearman·Kendall·값-거리)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1A1A1A"/>
                </a:solidFill>
                <a:latin typeface="Malgun Gothic"/>
              </a:rPr>
              <a:t>  2차 — 측정한 기여도의 실효성: ① 일반 성능 → ② 수렴 속도 → ③ 오염 클라 탐지 (이 순서)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555555"/>
                </a:solidFill>
                <a:latin typeface="Malgun Gothic"/>
              </a:rPr>
              <a:t>비교 대상 11종 + 탐지기 4종 / 듀얼 오라클: (a) 재학습-검증손실, (b) in-run 분해(exact 2ᴺ).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공통 규약: SGD momentum=0 · 시드별 seed_everything · 모든 셀 config+meta(git/env)+phi+metrics 영속화. 실패 0.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SHARED DESIGN ·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비교 방법 11종과 오라클 정의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6446520" cy="39319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90700"/>
                <a:gridCol w="1074420"/>
                <a:gridCol w="2238375"/>
                <a:gridCol w="1343025"/>
              </a:tblGrid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7508C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7508C"/>
                          </a:solidFill>
                          <a:latin typeface="Malgun Gothic"/>
                        </a:rPr>
                        <a:t>유형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7508C"/>
                          </a:solidFill>
                          <a:latin typeface="Malgun Gothic"/>
                        </a:rPr>
                        <a:t>핵심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7508C"/>
                          </a:solidFill>
                          <a:latin typeface="Malgun Gothic"/>
                        </a:rPr>
                        <a:t>라운드당 비용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Flirds (제안)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valuation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검증손실 1차+2차 테일러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HVP 1회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Flirds-1st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valuation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1차항만 (곡률 제외)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grad 1회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heuristic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클라별 손실차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fwd 1회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GTG / FedSV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Shapley(MC)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truncated/permutation MC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수십–수백 평가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Banzhaf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exact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2ᴺ Banzhaf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2ᴺ 평가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ShapleyFL / ComFedSV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Shapley(변형)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uniform-util / 부분합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수십–수백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influence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검증그래디언트 정렬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grad 1회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Ripple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2nd-order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고유분해 기반 (이미지만)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eigsh (수십분)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탐지기 4종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detector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FLDetector·STD-DAGMM·FLTrust·FedDQC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모델-free/grad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178040" y="1481328"/>
            <a:ext cx="448056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Malgun Gothic"/>
              </a:rPr>
              <a:t>오라클 (정답 기여도)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7508C"/>
                </a:solidFill>
                <a:latin typeface="Malgun Gothic"/>
              </a:rPr>
              <a:t>(b) in-run 분해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  학습 궤적을 라운드별 exact Shapley로 분해 (2ᴺ).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  추정량이 재현해야 할 게임. N=5에서 2⁵.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7508C"/>
                </a:solidFill>
                <a:latin typeface="Malgun Gothic"/>
              </a:rPr>
              <a:t>(a) 재학습-검증손실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  부분집합 S를 FedAvg 재학습 → 배포모델 검증손실.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  '배포 가치' 게임. 이미지 N=10에서 2¹⁰=1024 재학습.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Malgun Gothic"/>
              </a:rPr>
              <a:t>핵심: Flirds는 (b) 게임의 추정량.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(a)와의 일치 여부는 'in-run 게임 = 재학습 게임'인지를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묻는 별개 질문 (S8·S18에서 다룸).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출처: codes/core·oracle·baselines. 모든 valuation은 동일 logs=[(w_r, {client:(Δ,n_c)})] 위에서 계산 (모델·검증셋 비접근).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SHARED DESIGN ·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평가 지표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83110" cy="2743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572115"/>
                <a:gridCol w="3578595"/>
                <a:gridCol w="50324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7508C"/>
                          </a:solidFill>
                          <a:latin typeface="Malgun Gothic"/>
                        </a:rPr>
                        <a:t>질문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7508C"/>
                          </a:solidFill>
                          <a:latin typeface="Malgun Gothic"/>
                        </a:rPr>
                        <a:t>지표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7508C"/>
                          </a:solidFill>
                          <a:latin typeface="Malgun Gothic"/>
                        </a:rPr>
                        <a:t>정의 / 방향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Malgun Gothic"/>
                        </a:rPr>
                        <a:t>1차 fidelity (순위)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algun Gothic"/>
                        </a:rPr>
                        <a:t>Spearman ρ · Kendall τ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algun Gothic"/>
                        </a:rPr>
                        <a:t>오라클 φ 대비 순위 상관 (↑좋음)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Malgun Gothic"/>
                        </a:rPr>
                        <a:t>1차 fidelity (값-거리)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algun Gothic"/>
                        </a:rPr>
                        <a:t>cosine_d · euclid_d · max_diff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algun Gothic"/>
                        </a:rPr>
                        <a:t>오라클 φ 대비 값-크기 오차 (↓좋음)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Malgun Gothic"/>
                        </a:rPr>
                        <a:t>2차-① 일반 성능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algun Gothic"/>
                        </a:rPr>
                        <a:t>test acc (이미지) · MMLU·ROUGE-L (LLM)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algun Gothic"/>
                        </a:rPr>
                        <a:t>개입 arm 최종 성능 (↑좋음)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Malgun Gothic"/>
                        </a:rPr>
                        <a:t>2차-② 수렴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algun Gothic"/>
                        </a:rPr>
                        <a:t>rounds-to-target · final val-loss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algun Gothic"/>
                        </a:rPr>
                        <a:t>목표 도달 라운드 / 최종 검증손실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Malgun Gothic"/>
                        </a:rPr>
                        <a:t>2차-③ 탐지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algun Gothic"/>
                        </a:rPr>
                        <a:t>AUROC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algun Gothic"/>
                        </a:rPr>
                        <a:t>오염 클라=높은 의심점수 (1.0=완전분리)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251960"/>
            <a:ext cx="111556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A1A1A"/>
                </a:solidFill>
                <a:latin typeface="Malgun Gothic"/>
              </a:rPr>
              <a:t>3-state 라벨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Malgun Gothic"/>
              </a:rPr>
              <a:t>  ⓐ 구현 완료   ·   ⓑ 실측(이 데크의 모든 수치)   ·   ⓒ 미실행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A1A1A"/>
                </a:solidFill>
                <a:latin typeface="Malgun Gothic"/>
              </a:rPr>
              <a:t>위협 모델 (오염 종류)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Malgun Gothic"/>
              </a:rPr>
              <a:t>  noisy = answer_swap(데이터 품질) · free-rider = zero/random 업데이트 · poison = 백도어(스케일 모델교체)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A1A1A"/>
                </a:solidFill>
                <a:latin typeface="Malgun Gothic"/>
              </a:rPr>
              <a:t>탐지에서 valuation의 입장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Malgun Gothic"/>
              </a:rPr>
              <a:t>  방법은 라벨에 blind; 라벨은 평가 KEY(AUROC)일 뿐. 오염이 검증손실을 낮추면 φ가 '기여 높음'으로 나오는 것이 정직한 답.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값-거리 지표는 순위가 포화(ρ=+1.000)된 구간에서 방법을 변별 — 특히 1차 vs 2차 테일러 비교에 사용.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TRACK C · 이미지 (CNN)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실험 명세 — C1 fidelity / C2 개입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83111" cy="427939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47361"/>
                <a:gridCol w="4193667"/>
                <a:gridCol w="5242083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C1 — fidelity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C2 — 개입(일반 성능·탐지)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데이터·모델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MNIST+LeNet5 / CIFAR-10+CNN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CIFAR-10 / FMNIST + CNN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클라이언트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N=10 (full 참여)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N=100, 라운드당 C=0.1 (10개)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라운드 / local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R=10 / epochs=5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R=120 / epochs=5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옵티마이저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SGD mom=0, lr=0.01, batch=64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SGD mom=0, lr=0.01, batch=64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검증 / 테스트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val=2000 / test=8000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val=2000 / test=8000 (target acc=0.6)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시나리오·위협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iid·label_skew·quantity_skew·label_flip·feature_noise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partition{iid·dir1·shard} × {clean·label_flip·grad_noise·free_rider}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오라클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(b) exact 2¹⁰ + (a) 2¹⁰ 재학습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— (개입 결과로 평가)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개입 arm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vanilla·flirds{mult·repl·add·select}·shapleyfl·fedif·sfedavg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3 seed(0,1,2), 150셀 실패 0. (a)-오라클 efficiency-gap ≤1e-15 (전 셀). 환경: conda lora4cl, RTX 3090.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TRACK C · 1차 FIDELITY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C1 — (b) in-run 오라클 대비 (순위 Spearman, 3-seed 평균)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6857998" cy="357073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58461"/>
                <a:gridCol w="835269"/>
                <a:gridCol w="835269"/>
                <a:gridCol w="835269"/>
                <a:gridCol w="835269"/>
                <a:gridCol w="835269"/>
                <a:gridCol w="923192"/>
              </a:tblGrid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1">
                          <a:solidFill>
                            <a:srgbClr val="17508C"/>
                          </a:solidFill>
                          <a:latin typeface="Malgun Gothic"/>
                        </a:rPr>
                        <a:t>시나리오 (CIFAR-10 / MNIST)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17508C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17508C"/>
                          </a:solidFill>
                          <a:latin typeface="Malgun Gothic"/>
                        </a:rPr>
                        <a:t>Flirds1st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17508C"/>
                          </a:solidFill>
                          <a:latin typeface="Malgun Gothic"/>
                        </a:rPr>
                        <a:t>Banzhaf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17508C"/>
                          </a:solidFill>
                          <a:latin typeface="Malgun Gothic"/>
                        </a:rPr>
                        <a:t>GTG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17508C"/>
                          </a:solidFill>
                          <a:latin typeface="Malgun Gothic"/>
                        </a:rPr>
                        <a:t>FedSV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17508C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CIFAR·iid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+0.54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+0.21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+0.22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+0.69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CIFAR·label_skew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+0.92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+0.49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+0.53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+0.88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CIFAR·quantity_skew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+0.78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+0.56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CIFAR·label_flip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+0.95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+0.64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+0.54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+0.95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CIFAR·feature_noise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+0.89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+0.59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+0.40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mnist·iid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+0.81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+0.78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+0.47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+0.04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+0.84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mnist·label_skew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+0.71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+0.61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+0.33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-0.01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+0.63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mnist·quantity_skew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+0.96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+0.78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+0.63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+0.96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mnist·label_flip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mnist·feature_noise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+0.79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+0.70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+0.95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+0.41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+0.13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+0.78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543800" y="1481328"/>
            <a:ext cx="411480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algun Gothic"/>
              </a:rPr>
              <a:t>값-거리 (euclid_d, ↓좋음)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>2차항이 값-크기를 얼마나 좁히나 (label_flip):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Malgun Gothic"/>
              </a:rPr>
              <a:t>  CIFAR : Flirds 0.031 vs 1차 0.046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Malgun Gothic"/>
              </a:rPr>
              <a:t>  MNIST : Flirds 0.207 vs 1차 0.370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>→ 2차항이 값 오차를 1차 대비 ~25–50% 축소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>   (전 시나리오 일관).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algun Gothic"/>
              </a:rPr>
              <a:t>읽기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>순위만 보면 Flirds·Banzhaf·loss-heur 모두 우수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>(Banzhaf=exact 2¹⁰). MC 기반 GTG/FedSV는 noisy.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>Flirds의 우위는 정확도가 아니라 비용(HVP 1회).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iid·feature_noise는 (b)오라클 자체 신호가 약함(클라 동질). 거리 지표는 S4 정의. 출처: runs/track_c/c1/*/metrics.json 재집계.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TRACK C · 1차 FIDELITY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C1 — (a) 2¹⁰-재학습 오라클 대비, 그리고 (b)와의 괴리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7040880" cy="357073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28800"/>
                <a:gridCol w="1005840"/>
                <a:gridCol w="1005840"/>
                <a:gridCol w="1097280"/>
                <a:gridCol w="914400"/>
                <a:gridCol w="1188720"/>
              </a:tblGrid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1">
                          <a:solidFill>
                            <a:srgbClr val="17508C"/>
                          </a:solidFill>
                          <a:latin typeface="Malgun Gothic"/>
                        </a:rPr>
                        <a:t>시나리오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17508C"/>
                          </a:solidFill>
                          <a:latin typeface="Malgun Gothic"/>
                        </a:rPr>
                        <a:t>Flirds (b)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17508C"/>
                          </a:solidFill>
                          <a:latin typeface="Malgun Gothic"/>
                        </a:rPr>
                        <a:t>Flirds (a)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17508C"/>
                          </a:solidFill>
                          <a:latin typeface="Malgun Gothic"/>
                        </a:rPr>
                        <a:t>Flirds1st (a)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17508C"/>
                          </a:solidFill>
                          <a:latin typeface="Malgun Gothic"/>
                        </a:rPr>
                        <a:t>GTG (a)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17508C"/>
                          </a:solidFill>
                          <a:latin typeface="Malgun Gothic"/>
                        </a:rPr>
                        <a:t>loss-heur (a)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CIFAR·iid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-0.23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-0.13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-0.20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-0.18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CIFAR·label_skew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-0.18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-0.07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+0.44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+0.14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CIFAR·quantity_skew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+0.57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+0.56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+0.70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+0.57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CIFAR·label_flip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+0.52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+0.59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+0.46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+0.58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CIFAR·feature_noise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+0.63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+0.50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+0.44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+0.56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mnist·iid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+0.81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+0.36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+0.52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+0.19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+0.48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mnist·label_skew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+0.71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-0.28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-0.06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-0.22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-0.16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mnist·quantity_skew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+0.96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+0.85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+0.77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+0.56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+0.84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mnist·label_flip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mnist·feature_noise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+0.79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+0.33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+0.44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+0.40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+0.44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26679" y="1481328"/>
            <a:ext cx="393192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algun Gothic"/>
              </a:rPr>
              <a:t>핵심 — 게임 정의 차이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>Flirds는 (b) in-run 게임을 거의 완벽 재현하나,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>label_skew에서 (b)와 (a)가 갈린다: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7508C"/>
                </a:solidFill>
                <a:latin typeface="Malgun Gothic"/>
              </a:rPr>
              <a:t>  CIFAR·label_skew : (b)+0.98 → (a)−0.18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7508C"/>
                </a:solidFill>
                <a:latin typeface="Malgun Gothic"/>
              </a:rPr>
              <a:t>  MNIST·label_skew : (b)+0.71 → (a)−0.29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>이는 Flirds 추정오차가 아니라 모든 in-run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>방법이 공유하는 한계. 희귀라벨 클라는 매 라운드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>한계기여는 낮아도 최종 재학습 모델엔 필수.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>(iid 음수는 (a)신호 자체가 미약 → 노이즈)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(a) 열은 rho_a_mean(3-seed). 동일 시나리오에서 Track D anchor5(IID·clean LLM)는 (a)와 +1.000 일치 → 괴리는 이질성 구동(S14).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TRACK C · 2차-① 성능·③ 탐지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C2 — 개입 결과 (CIFAR-10, dir1, 3-seed 평균)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508760"/>
          <a:ext cx="11183111" cy="2743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97889"/>
                <a:gridCol w="2236622"/>
                <a:gridCol w="2516200"/>
                <a:gridCol w="2516200"/>
                <a:gridCol w="25162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arm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clean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grad_noise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label_flip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free_rider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vanilla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0.638  (–)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0.245  (–)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0.515  (–)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0.587  (–)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flirds_mult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0.642  (–)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0.433  (0.99)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0.585  (0.93)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0.597  (0.39)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flirds_select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0.634  (–)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0.313  (0.99)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0.559  (0.91)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0.589  (0.48)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shapleyfl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0.635  (–)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0.550  (1.00)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0.568  (0.96)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0.560  (0.00)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0.638  (–)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0.527  (1.00)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0.567  (0.96)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0.611  (1.00)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297680"/>
            <a:ext cx="111556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Malgun Gothic"/>
              </a:rPr>
              <a:t>셀당 = test acc  (탐지 AUROC).  clean은 위협 없음→AUROC 없음.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• clean: 전 arm ≈ vanilla → 무해(do-no-harm) 확인.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• grad_noise: 전 arm &gt; vanilla(0.245). 단 shapleyfl(0.550)·fedif(0.527) &gt; flirds_mult(0.433).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• label_flip: flirds_mult(0.585)이 최고. free_rider: fedif AUROC 0.996, flirds_mult 0.385 — 탐지 약함(아래).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7508C"/>
                </a:solidFill>
                <a:latin typeface="Malgun Gothic"/>
              </a:rPr>
              <a:t>→ Flirds 가중은 항상 robust+무해하나 정확도에서 shapleyfl/fedif를 압도하진 않음.  soft(mult) &gt; hard(select).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free-rider(zero-delta) AUROC가 N=100 CNN에서 0.33–0.48로 낮음 — LLM(1.0)과 상충, 미해결 항목(S18). 출처: runs/track_c/RESULTS.txt.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PHASE 2 · LLM 위협매트릭스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실험 명세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371600"/>
          <a:ext cx="11183111" cy="4343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29347"/>
                <a:gridCol w="4150433"/>
                <a:gridCol w="5303331"/>
              </a:tblGrid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7508C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7508C"/>
                          </a:solidFill>
                          <a:latin typeface="Malgun Gothic"/>
                        </a:rPr>
                        <a:t>silo5 (cross-silo)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7508C"/>
                          </a:solidFill>
                          <a:latin typeface="Malgun Gothic"/>
                        </a:rPr>
                        <a:t>device100 (cross-device)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모델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Llama-3.2-1B-Instruct (+ 3B)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Llama-3.2-1B-Instruct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클라이언트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N=5 (1 도메인/클라)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N=100, 라운드당 K=10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분할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5-도메인 cross-silo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per-client Dir(α), α∈{0,0.01,0.1,0.5,5.0}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라운드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R=10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R=30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옵티마이저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SGD mom=0, lr=1e-3 (poison 2e-3)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동일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정밀도·attn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fp32 master · eager attention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동일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검증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val=100 (5도메인)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domain-pool val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오라클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(b) exact 2⁵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(b) per-round exact (α=0.5 anchor만)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위협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noisy · freerider{zero,random} · poison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동일 (poison: install config)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LoRA 어댑터, attn=eager(전진모드 AD 위해). silo5/3B 3seed (3B는 1seed). device100 α별 1–3seed. off-anchor truth=Flirds proxy(α=0.5서 (b)와 +1.000 검증).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PHASE 2 · SILO5 N=5 (1B)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탐지 AUROC · fidelity Spearman vs (b) · 런타임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316736"/>
          <a:ext cx="11183109" cy="384048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36100"/>
                <a:gridCol w="1256529"/>
                <a:gridCol w="1256529"/>
                <a:gridCol w="1256529"/>
                <a:gridCol w="1256529"/>
                <a:gridCol w="1382182"/>
                <a:gridCol w="1382182"/>
                <a:gridCol w="1256529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noisy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fr-rand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fr-zero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poison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ρ noisy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ρ poison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런타임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(b)oracle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532s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0.917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+0.97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106s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Flirds1st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+0.00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35s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+0.93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+0.97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35s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GTG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+0.87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538s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FedSV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+0.37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533s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ShapleyFL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530s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Banzhaf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533s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164s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FLDetector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30s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STD-DAGMM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0.417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0.250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136s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FLTrust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36s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FedDQC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0.917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22s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504688"/>
            <a:ext cx="111556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>
                <a:solidFill>
                  <a:srgbClr val="1A1A1A"/>
                </a:solidFill>
                <a:latin typeface="Malgun Gothic"/>
              </a:rPr>
              <a:t>noisy·free-rider: 전 valuation +1.000, AUROC 1.0 — N=5 near-additive로 모두 동률. Flirds 우위=비용(106s vs 530s).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>
                <a:solidFill>
                  <a:srgbClr val="17508C"/>
                </a:solidFill>
                <a:latin typeface="Malgun Gothic"/>
              </a:rPr>
              <a:t>poison(ASR≈1.00): Flirds-1st AUROC 0.000 완전회피 → 2차항 추가 시 0.917 회복(불안정, 아래). FedSV ρ 0.367로 동률 붕괴.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poison Flirds(2차)는 run간 비결정(동일 config·seed에서 0.42↔0.92) → '부분 회복하나 불안정'. loss-heur·전 탐지기는 1.0. 출처: RESULTS.md.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PHASE 2 · DEVICE100 N=100 (1B)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α-sweep — 탐지 AUROC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371600"/>
          <a:ext cx="6035035" cy="292608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597510"/>
                <a:gridCol w="887505"/>
                <a:gridCol w="887505"/>
                <a:gridCol w="887505"/>
                <a:gridCol w="887505"/>
                <a:gridCol w="887505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방법 (noisy)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α=0.0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α=0.01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α=0.1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α=0.5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α=5.0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0.774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0.575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0.605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0.604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0.596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0.973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0.568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0.693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0.830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0.973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STD-DAGMM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0.856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0.652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0.659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0.671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0.760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FLTrust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0.602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0.720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0.854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0.994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FedDQC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0.960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FLDetector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0.535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0.482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0.525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0.539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0.532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ComFedSV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0.442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0.419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0.432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0.371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0.396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12280" y="1371600"/>
          <a:ext cx="4846320" cy="32918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423160"/>
                <a:gridCol w="1211580"/>
                <a:gridCol w="121158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방법 (poison)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α=0.0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α=0.5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Flirds1st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0.670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FLDetector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0.987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0.983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STD-DAGMM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0.983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FedDQC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FLTrust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0.650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0.498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0.542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0.458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663440"/>
            <a:ext cx="111556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>
                <a:solidFill>
                  <a:srgbClr val="1A1A1A"/>
                </a:solidFill>
                <a:latin typeface="Malgun Gothic"/>
              </a:rPr>
              <a:t>free-rider (random·zero, 전 α): Flirds·Flirds1st·loss-heur·FLTrust = AUROC 1.000.  FedDQC 0.14–0.57(off-threat)·ComFedSV ~0.40.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>noisy: 데이터품질 탐지는 FedDQC 영역(스케일에서 1.0). Flirds ~0.60. fidelity는 Flirds1st·loss-heur ρ=+1.000(전 α);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>        anchor α=0.5서 GTG +0.78·FedSV +0.75·ShapleyFL +0.58·FedIF +0.72 (vs (b) per-round exact).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>
                <a:solidFill>
                  <a:srgbClr val="17508C"/>
                </a:solidFill>
                <a:latin typeface="Malgun Gothic"/>
              </a:rPr>
              <a:t>poison(install config): Flirds AUROC 1.0(both α), 1차도 α=0서 1.0 — silo5와 달리 cross-device에선 1차가 회피되지 않음.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device100 φ는 한 번이라도 선택된 클라만 기록(K=10/R=30 → ~96–98/100). 출처: RESULTS.md.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PHASE 2 · 스케일 (3B, SILO5 N=5)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Llama-3.2-3B — 탐지 AUROC · ρ vs (b) · 런타임 (seed 0)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63040"/>
          <a:ext cx="11183109" cy="3429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36100"/>
                <a:gridCol w="1256529"/>
                <a:gridCol w="1256529"/>
                <a:gridCol w="1256529"/>
                <a:gridCol w="1256529"/>
                <a:gridCol w="1382182"/>
                <a:gridCol w="1382182"/>
                <a:gridCol w="1256529"/>
              </a:tblGrid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noisy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fr-rand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fr-zero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poison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ρ noisy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ρ poison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런타임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(b)oracle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1240s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+0.00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251s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Flirds1st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+0.00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82s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+0.60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+0.60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82s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384s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FLDetector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250s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STD-DAGMM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0.250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530s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FLTrust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85s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FedDQC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49s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956048"/>
            <a:ext cx="111556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Malgun Gothic"/>
              </a:rPr>
              <a:t>noisy·free-rider: Flirds ρ=+1.000 유지(1B→3B), 런타임 251s vs (b) 1240s (~5× 저렴).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7508C"/>
                </a:solidFill>
                <a:latin typeface="Malgun Gothic"/>
              </a:rPr>
              <a:t>poison: Flirds·Flirds-1st 모두 AUROC 0.000 — 1B서 보인 2차 회복이 3B(seed 1개)에선 안 나타남 → 경계의 스케일 취약성(미확정).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FedIF ρ는 3B서 +0.600으로 하락(1B +0.90). loss-heur·FLDetector·FedDQC·FLTrust는 poison 1.0 유지.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3B는 seed 1개 → 잠정. 7B·N=10 (a)오라클은 설계상 deferred(ⓒ). 출처: RESULTS.md.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TRACK D · LLM 표준무대 (IID·CLEAN)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실험 명세 — 오염축 제거, OpenFedLLM 표준 셋업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371600"/>
          <a:ext cx="11183110" cy="395020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84539"/>
                <a:gridCol w="5115678"/>
                <a:gridCol w="4282893"/>
              </a:tblGrid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7508C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7508C"/>
                          </a:solidFill>
                          <a:latin typeface="Malgun Gothic"/>
                        </a:rPr>
                        <a:t>std20 (주 무대)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7508C"/>
                          </a:solidFill>
                          <a:latin typeface="Malgun Gothic"/>
                        </a:rPr>
                        <a:t>anchor5 (듀얼 오라클)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모델·데이터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Llama-3.2-1B / alpaca-gpt4 20k (IID)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동일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클라이언트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N=20, 라운드당 2개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N=5 (full)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라운드 / local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R=200 / 10 steps × batch16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R=30 / 동일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옵티마이저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SGD mom=0, lr=1e-3, seq=512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동일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검증 / 테스트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val=200 / test=1000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동일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오라클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(b) per-round exact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(a) 2⁵ 재학습 + (b) + Banzhaf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개입 arm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base·vanilla·flirds_w(×β.5)·flirds_sel·shapleyfl_w·fedif_w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base·vanilla·flirds_w·shapleyfl_w·fedif_w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성능 지표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MMLU(full 0-shot) · Alpaca-test ROUGE-L · 수렴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동일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무대=OpenFedLLM run_sft.sh verbatim(deviation: SGD mom=0/lr1e-3 상수/r16/fp32). clean·IID → 개입은 do-no-harm parity가 기대값. 3 seed.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TRACK D · 1차 FIDELITY (IID·CLEAN)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std20 vs (b) · anchor5 vs (a) (3-seed 평균)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5714999" cy="292150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298863"/>
                <a:gridCol w="952500"/>
                <a:gridCol w="865909"/>
                <a:gridCol w="865909"/>
                <a:gridCol w="865909"/>
                <a:gridCol w="865909"/>
              </a:tblGrid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std20 (N=20) vs (b)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Spearman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Kendall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cosine_d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euclid_d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max_diff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3.5e-07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4.4e-05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2.1e-05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Flirds1st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+0.999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+0.996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4.4e-05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6.2e-04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2.3e-04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2.4e-06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1.3e-04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5.3e-05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GTG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+0.975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+0.916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7.1e-04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9.8e-04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4.7e-04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FedSV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+0.910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+0.786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5.7e-03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2.8e-03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1.7e-03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ComFedSV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+0.093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+0.060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8.4e-01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2.6e-02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9.8e-03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ShapleyFL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+0.194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+0.133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2.1e-01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2.7e+00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9.9e-01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+0.157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+0.111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1.9e-01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2.6e+00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9.8e-01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46520" y="1417320"/>
          <a:ext cx="5714999" cy="32461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298863"/>
                <a:gridCol w="952500"/>
                <a:gridCol w="865909"/>
                <a:gridCol w="865909"/>
                <a:gridCol w="865909"/>
                <a:gridCol w="865909"/>
              </a:tblGrid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anchor5 (N=5) vs (a)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Spearman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Kendall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cosine_d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euclid_d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max_diff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2.3e-09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4.8e-05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2.4e-05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Flirds1st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2.0e-07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3.1e-04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1.6e-04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Banzhaf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3.9e-11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4.0e-06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1.9e-06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6.1e-08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2.4e-04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1.2e-04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GTG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3.2e-03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2.5e-03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1.8e-03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FedSV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+0.700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+0.600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5.5e-03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3.6e-03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2.6e-03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ShapleyFL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+0.700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+0.600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1.9e-01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1.2e+00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9.8e-01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ComFedSV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+0.500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+0.467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1.3e-01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1.9e-02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1.4e-02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+0.067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+0.067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2.3e-01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1.3e+00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9.8e-01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029200"/>
            <a:ext cx="111556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7508C"/>
                </a:solidFill>
                <a:latin typeface="Malgun Gothic"/>
              </a:rPr>
              <a:t>Flirds: (b) ρ=+1.000(cosine_d 3.5e-7) · (a) ρ=+1.000 — IID·clean에선 (a)/(b) 게임이 일치 → S7의 괴리는 이질성 구동임을 확인.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2차항 효과: cosine_d Flirds 3.5e-7 vs Flirds-1st 4.4e-5 (~125× 타이트). ShapleyFL·FedIF·ComFedSV는 스케일서 fidelity 약함.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anchor5는 (a) 2⁵ 재학습 오라클 기준. 출처: runs/track_d/rundirs/*/metrics.json 재집계.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TRACK D · 2차-① 성능 ② 수렴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개입 arm — MMLU · ROUGE-L · 수렴 (std20, 3-seed 평균)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63040"/>
          <a:ext cx="8229597" cy="294436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79372"/>
                <a:gridCol w="1779372"/>
                <a:gridCol w="1334529"/>
                <a:gridCol w="1668162"/>
                <a:gridCol w="1668162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arm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MMLU (0-shot)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ROUGE-L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final val-loss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rounds→target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base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0.4822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0.2168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vanilla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0.4742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0.2841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1.2653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200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flirds_w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0.4745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0.2848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1.2653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199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flirds_sel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0.4739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0.2838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1.2654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199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shapleyfl_w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0.4742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0.2845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1.2653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199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fedif_w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0.4741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0.2847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1.2652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198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572000"/>
            <a:ext cx="111556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Malgun Gothic"/>
              </a:rPr>
              <a:t>base=학습 전. FL-SFT 후 ROUGE-L +0.067(0.217→0.284), MMLU −0.008 — 과제 적합 향상, 일반지식 미세 하락.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전 가중 arm(flirds_w·flirds_sel·shapleyfl_w·fedif_w) ≈ vanilla (MMLU ±0.0006·ROUGE ±0.001·수렴 ±1라운드).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7508C"/>
                </a:solidFill>
                <a:latin typeface="Malgun Gothic"/>
              </a:rPr>
              <a:t>→ IID·clean에서 do-no-harm parity 확인 — 고칠 오염이 없을 때 가중이 성능·수렴을 해치지 않음 (설계 기대값 충족).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rounds-to-target=검증손실 목표 도달 라운드(전 arm ~199/200). anchor5(N=5)도 동일 parity. 출처: 재집계.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종합 · 1차 FIDELITY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기여도 측정 정확성 — 트랙 횡단 요약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83111" cy="28346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920332"/>
                <a:gridCol w="5309154"/>
                <a:gridCol w="3953625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20" b="1">
                          <a:solidFill>
                            <a:srgbClr val="17508C"/>
                          </a:solidFill>
                          <a:latin typeface="Malgun Gothic"/>
                        </a:rPr>
                        <a:t>측면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0" b="1">
                          <a:solidFill>
                            <a:srgbClr val="17508C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0" b="1">
                          <a:solidFill>
                            <a:srgbClr val="17508C"/>
                          </a:solidFill>
                          <a:latin typeface="Malgun Gothic"/>
                        </a:rPr>
                        <a:t>근거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20" b="1">
                          <a:solidFill>
                            <a:srgbClr val="1A1A1A"/>
                          </a:solidFill>
                          <a:latin typeface="Malgun Gothic"/>
                        </a:rPr>
                        <a:t>순위 vs (b)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0" b="0">
                          <a:solidFill>
                            <a:srgbClr val="1A1A1A"/>
                          </a:solidFill>
                          <a:latin typeface="Malgun Gothic"/>
                        </a:rPr>
                        <a:t>Flirds ρ≈+1.000 (전 트랙). Banzhaf·loss-heur도 우수; MC-SV는 noisy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0" b="0">
                          <a:solidFill>
                            <a:srgbClr val="1A1A1A"/>
                          </a:solidFill>
                          <a:latin typeface="Malgun Gothic"/>
                        </a:rPr>
                        <a:t>silo5·std20 +1.000 / 이미지 +0.71–1.00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20" b="1">
                          <a:solidFill>
                            <a:srgbClr val="1A1A1A"/>
                          </a:solidFill>
                          <a:latin typeface="Malgun Gothic"/>
                        </a:rPr>
                        <a:t>값-거리 vs (b)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0" b="0">
                          <a:solidFill>
                            <a:srgbClr val="1A1A1A"/>
                          </a:solidFill>
                          <a:latin typeface="Malgun Gothic"/>
                        </a:rPr>
                        <a:t>2차항이 1차 대비 값오차 ~2× 축소; loss-heur은 순위만 비기고 크기는 빗나감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0" b="0">
                          <a:solidFill>
                            <a:srgbClr val="1A1A1A"/>
                          </a:solidFill>
                          <a:latin typeface="Malgun Gothic"/>
                        </a:rPr>
                        <a:t>euclid_d: 이미지 ~0.5× · std20 cosine 125×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20" b="1">
                          <a:solidFill>
                            <a:srgbClr val="1A1A1A"/>
                          </a:solidFill>
                          <a:latin typeface="Malgun Gothic"/>
                        </a:rPr>
                        <a:t>순위 vs (a) 재학습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0" b="0">
                          <a:solidFill>
                            <a:srgbClr val="1A1A1A"/>
                          </a:solidFill>
                          <a:latin typeface="Malgun Gothic"/>
                        </a:rPr>
                        <a:t>IID·clean은 +1.000 일치; label_skew(이질성)에서 (b)와 괴리(−)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0" b="0">
                          <a:solidFill>
                            <a:srgbClr val="1A1A1A"/>
                          </a:solidFill>
                          <a:latin typeface="Malgun Gothic"/>
                        </a:rPr>
                        <a:t>anchor5 +1.000 / 이미지 label_skew −0.18~−0.29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20" b="1">
                          <a:solidFill>
                            <a:srgbClr val="1A1A1A"/>
                          </a:solidFill>
                          <a:latin typeface="Malgun Gothic"/>
                        </a:rPr>
                        <a:t>비용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0" b="0">
                          <a:solidFill>
                            <a:srgbClr val="1A1A1A"/>
                          </a:solidFill>
                          <a:latin typeface="Malgun Gothic"/>
                        </a:rPr>
                        <a:t>Flirds 1 HVP/round; (b) exact의 5–15× 저렴, 동일 순위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0" b="0">
                          <a:solidFill>
                            <a:srgbClr val="1A1A1A"/>
                          </a:solidFill>
                          <a:latin typeface="Malgun Gothic"/>
                        </a:rPr>
                        <a:t>silo5 106s vs 530s · 3B 251s vs 1240s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892040"/>
            <a:ext cx="111556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A1A1A"/>
                </a:solidFill>
                <a:latin typeface="Malgun Gothic"/>
              </a:rPr>
              <a:t>한 줄 요약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Malgun Gothic"/>
              </a:rPr>
              <a:t>Flirds는 (b) in-run 게임을 순위·값 모두에서 충실히, exact 대비 저비용으로 재현한다. 2차항의 고유 기여는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Malgun Gothic"/>
              </a:rPr>
              <a:t>순위가 아니라 값-크기 정밀도. (a) 재학습 게임과의 일치는 데이터 이질성에 의존 — 동질이면 일치, label_skew면 갈림.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(a) 괴리는 Flirds 특정 오차가 아니라 모든 in-run 방법 공유. 상세 S6·S7·S14.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종합 · 2차 실효성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① 일반 성능 → ② 수렴 → ③ 탐지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83111" cy="3657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505418"/>
                <a:gridCol w="9677693"/>
              </a:tblGrid>
              <a:tr h="9144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7508C"/>
                          </a:solidFill>
                          <a:latin typeface="Malgun Gothic"/>
                        </a:rPr>
                        <a:t>질문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7508C"/>
                          </a:solidFill>
                          <a:latin typeface="Malgun Gothic"/>
                        </a:rPr>
                        <a:t>요약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A1A1A"/>
                          </a:solidFill>
                          <a:latin typeface="Malgun Gothic"/>
                        </a:rPr>
                        <a:t>① 일반 성능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오염 하 전 가중 arm &gt; vanilla(이미지). clean/IID는 무해 parity(이미지·LLM). 정확도 최고는 아님 — grad_noise서 shapleyfl/fedif 우위, label_flip서 flirds 우위. soft&gt;hard.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A1A1A"/>
                          </a:solidFill>
                          <a:latin typeface="Malgun Gothic"/>
                        </a:rPr>
                        <a:t>② 수렴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IID·clean(Track D)서 전 arm 동일 수렴(rounds→target ~199/200, parity). 고칠 오염 없을 때 가중이 수렴을 해치지 않음.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A1A1A"/>
                          </a:solidFill>
                          <a:latin typeface="Malgun Gothic"/>
                        </a:rPr>
                        <a:t>③ 탐지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free-rider: LLM AUROC 1.0(전 α)이나 N=100 CNN서 0.4(상충, S18). noisy: FedDQC 영역(1.0), Flirds ~0.6. poison: 1차 회피→2차 부분회복(1B)·실패(3B); loss-heur·전 탐지기 1.0.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120640"/>
            <a:ext cx="111556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1A1A1A"/>
                </a:solidFill>
                <a:latin typeface="Malgun Gothic"/>
              </a:rPr>
              <a:t>탐지는 위계상 마지막 — 기여도≠탐지. clean-val-loss를 낮추는 공격자를 φ가 '기여 높음'으로 보는 것은 valuation의 정직한 답이며,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  바로 그 지점(clean-preserving poison)이 valuation 접근의 경계다 (S18).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한계 · 미해결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솔직한 항목 (같은 톤으로)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83111" cy="35661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24791"/>
                <a:gridCol w="1230142"/>
                <a:gridCol w="7828178"/>
              </a:tblGrid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상태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내용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(a)/(b) 게임 괴리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ⓑ 실측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label_skew(이질성)서 in-run φ가 재학습 가치와 역상관. 모든 in-run 방법 공유. 프레이밍 필요.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free-rider 탐지 상충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ⓑ 미해결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동일 zero-delta가 LLM AUROC 1.0 vs N=100 CNN 0.4(IID칸 포함). 버그 배제용 드릴다운 필요.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poison 2차 불안정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ⓑ 잠정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1B서 1차 회피(0.000)→2차 부분회복하나 run간 0.42↔0.92(동일 config·seed). 3B(1seed)선 회복 실패.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미실행 (deferred)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ⓒ 미실행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Track D 3B/7B · LLM N=10 (a)오라클 · 7B 전반 — 설계상 보류.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074920"/>
            <a:ext cx="111556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Malgun Gothic"/>
              </a:rPr>
              <a:t>다음 단계 (제안)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  1차: (a)/(b) 괴리 규명(φ 직접 분석, 희귀라벨 가설) — 핵심질문 위계상 우선.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  병행: free-rider CNN-vs-LLM 상충 드릴다운(버그/실재 판별) · poison 2차 비결정성 재현 확인.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ⓐ구현 ⓑ실측 ⓒ미실행. 잠정·미해결치도 결과와 같은 비중으로 기재.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